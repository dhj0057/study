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1" r:id="rId3"/>
    <p:sldId id="279" r:id="rId4"/>
    <p:sldId id="281" r:id="rId5"/>
    <p:sldId id="280" r:id="rId6"/>
    <p:sldId id="257" r:id="rId7"/>
    <p:sldId id="275" r:id="rId8"/>
    <p:sldId id="276" r:id="rId9"/>
    <p:sldId id="282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자세한 정보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4" autoAdjust="0"/>
    <p:restoredTop sz="94241" autoAdjust="0"/>
  </p:normalViewPr>
  <p:slideViewPr>
    <p:cSldViewPr snapToGrid="0">
      <p:cViewPr varScale="1">
        <p:scale>
          <a:sx n="66" d="100"/>
          <a:sy n="66" d="100"/>
        </p:scale>
        <p:origin x="6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192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089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38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37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2026-04-03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2026-04-03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microsoft.com/office/2017/04/relationships/track" Target="../media/track1.vtt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://go.microsoft.com/fwlink/?LinkId=6233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>
                <a:solidFill>
                  <a:schemeClr val="bg1"/>
                </a:solidFill>
              </a:rPr>
              <a:t>PowerPoint </a:t>
            </a:r>
            <a:r>
              <a:rPr lang="ko-KR" altLang="en-US" sz="4800">
                <a:solidFill>
                  <a:schemeClr val="bg1"/>
                </a:solidFill>
              </a:rPr>
              <a:t>시작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>
                <a:solidFill>
                  <a:schemeClr val="bg1"/>
                </a:solidFill>
              </a:rPr>
              <a:t>보다 간편한 작업을 위한 </a:t>
            </a:r>
            <a:r>
              <a:rPr lang="en-US" altLang="ko-KR" sz="2400">
                <a:solidFill>
                  <a:schemeClr val="bg1"/>
                </a:solidFill>
              </a:rPr>
              <a:t>5</a:t>
            </a:r>
            <a:r>
              <a:rPr lang="ko-KR" altLang="en-US" sz="2400">
                <a:solidFill>
                  <a:schemeClr val="bg1"/>
                </a:solidFill>
              </a:rPr>
              <a:t>가지 팁</a:t>
            </a:r>
          </a:p>
        </p:txBody>
      </p:sp>
      <p:pic>
        <p:nvPicPr>
          <p:cNvPr id="4" name="그림 3" descr="PowerPoint 프로그램 아이콘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디자이너를 사용하여 메시지를 시각적으로 표현</a:t>
            </a:r>
          </a:p>
        </p:txBody>
      </p:sp>
      <p:sp>
        <p:nvSpPr>
          <p:cNvPr id="38" name="내용 개체 틀 17"/>
          <p:cNvSpPr txBox="1">
            <a:spLocks/>
          </p:cNvSpPr>
          <p:nvPr/>
        </p:nvSpPr>
        <p:spPr>
          <a:xfrm>
            <a:off x="541610" y="1524708"/>
            <a:ext cx="4217767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PowerPoint Designer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는 슬라이드의 콘텐츠를 바탕으로 프레젠테이션을 위한 전문적인 디자인 제안을 제공합니다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디자이너는 구독 사용자에게만 제공되는 기능입니다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Office 365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구독 중이라면 다음 슬라이드에서 새 프레젠테이션에서 디자이너를 사용하는 방법을 확인해 보세요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5" name="그림 4" descr="다양한 디자인 옵션이 표시된 디자인 아이디어 창"/>
          <p:cNvPicPr>
            <a:picLocks noChangeAspect="1"/>
          </p:cNvPicPr>
          <p:nvPr/>
        </p:nvPicPr>
        <p:blipFill rotWithShape="1">
          <a:blip r:embed="rId3"/>
          <a:srcRect l="22405" r="-38"/>
          <a:stretch/>
        </p:blipFill>
        <p:spPr>
          <a:xfrm>
            <a:off x="4968542" y="1385113"/>
            <a:ext cx="6618855" cy="457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">
                <a:cs typeface="Segoe UI Light" panose="020B0502040204020203" pitchFamily="34" charset="0"/>
              </a:rPr>
              <a:t>PowerPoint Designer를 사용하는 방법</a:t>
            </a:r>
          </a:p>
        </p:txBody>
      </p:sp>
      <p:sp>
        <p:nvSpPr>
          <p:cNvPr id="25" name="내용 개체 틀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작동 방법:</a:t>
            </a:r>
          </a:p>
        </p:txBody>
      </p:sp>
      <p:grpSp>
        <p:nvGrpSpPr>
          <p:cNvPr id="18" name="그룹 17" descr="1단계를 나타내는 숫자 1이 표시된 작은 원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내용 개체 틀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파일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&gt;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새로 만들기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&gt;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새</a:t>
            </a:r>
            <a:r>
              <a:rPr lang="ko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프레젠테이션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으로 이동하여 새 프레젠테이션을 만듭니다.</a:t>
            </a:r>
          </a:p>
        </p:txBody>
      </p:sp>
      <p:grpSp>
        <p:nvGrpSpPr>
          <p:cNvPr id="33" name="그룹 32" descr="2단계를 나타내는 숫자 2가 표시된 작은 원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내용 개체 틀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첫 번째 슬라이드에서 다음과 같이 그림을 추가합니다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삽입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&gt;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그림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또는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삽입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&gt;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온라인</a:t>
            </a:r>
            <a:r>
              <a:rPr lang="ko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그림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으로 이동하여 그림을 선택합니다.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힌트:</a:t>
            </a:r>
            <a:r>
              <a:rPr lang="ko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 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그림을 추가하려면 온라인 상태여야 합니다.</a:t>
            </a:r>
          </a:p>
        </p:txBody>
      </p:sp>
      <p:grpSp>
        <p:nvGrpSpPr>
          <p:cNvPr id="22" name="그룹 21" descr="3단계를 나타내는 숫자 3이 표시된 작은 원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타원 2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텍스트 상자 29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내용 개체 틀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디자인 아이디어를 켤지 묻는 메시지가 표시되면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 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켜기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를 선택합니다.</a:t>
            </a:r>
          </a:p>
        </p:txBody>
      </p:sp>
      <p:grpSp>
        <p:nvGrpSpPr>
          <p:cNvPr id="37" name="그룹 36" descr="4단계를 나타내는 숫자 4가 표시된 작은 원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타원 37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텍스트 상자 38" descr="숫자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내용 개체 틀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디자인 아이디어</a:t>
            </a:r>
            <a:r>
              <a:rPr lang="ko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작업창에서 마음에 드는 디자인을 선택합니다.</a:t>
            </a:r>
          </a:p>
        </p:txBody>
      </p:sp>
      <p:pic>
        <p:nvPicPr>
          <p:cNvPr id="29" name="그림 28" descr="그림 삽입 옵션이 표시된 삽입 탭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pic>
        <p:nvPicPr>
          <p:cNvPr id="23" name="그림 22" descr="디자인 아이디어 제공을 위한 사용자 확인을 묻는 디자인 아이디어 대화 상자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033" y="3067244"/>
            <a:ext cx="2900886" cy="35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>
                <a:cs typeface="Segoe UI Light" panose="020B0502040204020203" pitchFamily="34" charset="0"/>
              </a:rPr>
              <a:t>모핑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모핑은 프레젠테이션에서 부드러운 애니메이션과 개체 이동을 만듭니다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두 개의 유사한 슬라이드를 사용하여 애니메이션을 수행하지만 한 슬라이드에서 동작이 발생하는 것처럼 관중에게 보입니다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오른쪽에 있는 비디오를 </a:t>
            </a:r>
            <a:r>
              <a:rPr lang="ko-KR" altLang="en-US" sz="1200" b="1">
                <a:solidFill>
                  <a:srgbClr val="D24726"/>
                </a:solidFill>
                <a:cs typeface="Segoe UI" panose="020B0502040204020203" pitchFamily="34" charset="0"/>
              </a:rPr>
              <a:t>재생</a:t>
            </a: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하면 간단한 예를 볼 수 있습니다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</a:t>
            </a:r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모핑은 구독 사용자에게만 제공되는 기능입니다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Office 365</a:t>
            </a: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를 구독 중이라면 다음 슬라이드의 단계에 따라 직접 시도할 수 있습니다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</a:t>
            </a:r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7" name="모핑 비디오" descr="바로 가기 키 Alt+P를 사용하여 재생하거나 일시 중지할 수 있는 모핑 기능의 예가 표시된 비디오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">
                <a:cs typeface="Segoe UI Light" panose="020B0502040204020203" pitchFamily="34" charset="0"/>
              </a:rPr>
              <a:t>모핑</a:t>
            </a:r>
            <a:r>
              <a:rPr lang="ko"/>
              <a:t> 설정하기</a:t>
            </a:r>
          </a:p>
        </p:txBody>
      </p:sp>
      <p:sp>
        <p:nvSpPr>
          <p:cNvPr id="30" name="내용 개체 틀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두 가지 간단한 "행성"으로 직접 시도해 보세요.</a:t>
            </a:r>
          </a:p>
        </p:txBody>
      </p:sp>
      <p:grpSp>
        <p:nvGrpSpPr>
          <p:cNvPr id="13" name="그룹 12" descr="1단계를 나타내는 숫자 1이 표시된 작은 원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타원 1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텍스트 상자 14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내용 개체 틀 17"/>
          <p:cNvSpPr txBox="1">
            <a:spLocks/>
          </p:cNvSpPr>
          <p:nvPr/>
        </p:nvSpPr>
        <p:spPr>
          <a:xfrm>
            <a:off x="1066039" y="1958189"/>
            <a:ext cx="2651152" cy="102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다음과 같이 이 슬라이드를 복제합니다. 슬라이드 축소판 그림을 마우스 오른쪽 단추로 클릭하고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슬라이드 복제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선택합니다.</a:t>
            </a:r>
          </a:p>
        </p:txBody>
      </p:sp>
      <p:grpSp>
        <p:nvGrpSpPr>
          <p:cNvPr id="18" name="그룹 17" descr="2단계를 나타내는 숫자 2가 표시된 작은 원"/>
          <p:cNvGrpSpPr/>
          <p:nvPr/>
        </p:nvGrpSpPr>
        <p:grpSpPr bwMode="blackWhite">
          <a:xfrm>
            <a:off x="558723" y="3080631"/>
            <a:ext cx="558179" cy="409838"/>
            <a:chOff x="6953426" y="711274"/>
            <a:chExt cx="558179" cy="409838"/>
          </a:xfrm>
        </p:grpSpPr>
        <p:sp>
          <p:nvSpPr>
            <p:cNvPr id="23" name="타원 22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텍스트 상자 23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내용 개체 틀 17"/>
          <p:cNvSpPr txBox="1">
            <a:spLocks/>
          </p:cNvSpPr>
          <p:nvPr/>
        </p:nvSpPr>
        <p:spPr>
          <a:xfrm>
            <a:off x="1066038" y="3120823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똑같은 두 개의 슬라이드 중 두 번째 슬라이드에서 오른쪽 도형의 이동, 크기나 색을 바꾼 다음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전환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&gt;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모핑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으로 이동합니다.</a:t>
            </a:r>
          </a:p>
        </p:txBody>
      </p:sp>
      <p:grpSp>
        <p:nvGrpSpPr>
          <p:cNvPr id="26" name="그룹 25" descr="3단계를 나타내는 숫자 3이 표시된 작은 원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타원 2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텍스트 상자 27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내용 개체 틀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두 개의 슬라이드 중 첫 번째 슬라이드로 돌아가서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슬라이드 쇼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단추를 누르고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재생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을 눌러 원이 모핑되는 모습을 확인하세요.</a:t>
            </a:r>
          </a:p>
        </p:txBody>
      </p:sp>
      <p:sp>
        <p:nvSpPr>
          <p:cNvPr id="17" name="내용 개체 틀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힌트:</a:t>
            </a:r>
            <a:r>
              <a:rPr lang="ko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 </a:t>
            </a:r>
            <a:r>
              <a:rPr lang="ko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효과 옵션</a:t>
            </a:r>
            <a:r>
              <a:rPr lang="ko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에서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더 많은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모핑</a:t>
            </a:r>
            <a:r>
              <a:rPr lang="ko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옵션을 확인할 수 있습니다.</a:t>
            </a:r>
          </a:p>
        </p:txBody>
      </p:sp>
      <p:pic>
        <p:nvPicPr>
          <p:cNvPr id="2" name="그림 1" descr="슬라이드 복제 옵션이 표시된 슬라이드 축소판 그림의 상황에 맞는 메뉴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55491"/>
            <a:ext cx="1402147" cy="1803887"/>
          </a:xfrm>
          <a:prstGeom prst="rect">
            <a:avLst/>
          </a:prstGeom>
        </p:spPr>
      </p:pic>
      <p:pic>
        <p:nvPicPr>
          <p:cNvPr id="6" name="그림 5" descr="모핑 전환이 표시된 전환 탭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59609"/>
            <a:ext cx="2467551" cy="1185923"/>
          </a:xfrm>
          <a:prstGeom prst="rect">
            <a:avLst/>
          </a:prstGeom>
        </p:spPr>
      </p:pic>
      <p:pic>
        <p:nvPicPr>
          <p:cNvPr id="5" name="그림 4" descr="슬라이드 쇼 단추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44232"/>
            <a:ext cx="2134319" cy="887083"/>
          </a:xfrm>
          <a:prstGeom prst="rect">
            <a:avLst/>
          </a:prstGeom>
        </p:spPr>
      </p:pic>
      <p:cxnSp>
        <p:nvCxnSpPr>
          <p:cNvPr id="20" name="직선 연결선(S)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 descr="큰 파란색 원 안의 작은 옅은 파란색 원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 descr="큰 어두운 파란색 원 안의 작은 옅은 파란색 원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ko-KR" altLang="en-US">
                <a:cs typeface="Segoe UI Light" panose="020B0502040204020203" pitchFamily="34" charset="0"/>
              </a:rPr>
              <a:t>실시간으로 공동 작업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프레젠테이션이 공유된 다른 사용자가 나와 동시에 작업하는 것을 확인할 수 있습니다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  <a:b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b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r>
              <a:rPr lang="ko-KR" altLang="en-US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작동 방법</a:t>
            </a:r>
            <a:r>
              <a:rPr lang="en-US" altLang="ko-KR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:</a:t>
            </a:r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11" name="그림 10" descr="프레젠테이션을 작업 중인 사용자 수를 나타내는 공유 아이콘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그룹 32" descr="1단계를 나타내는 숫자 1이 표시된 작은 원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내용 개체 틀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리본에서 </a:t>
            </a:r>
            <a:r>
              <a:rPr lang="ko-KR" altLang="en-US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공유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선택하거나 바로 가기 키 </a:t>
            </a:r>
            <a:r>
              <a:rPr lang="en-US" altLang="ko-KR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Alt-ZS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사용하여 함께 작업할 사용자를 초대합니다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또는 파일을 클라우드에 저장합니다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9" name="그림 8" descr="슬라이드를 작업 중인 사용자를 나타내는 표식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그룹 35" descr="2단계를 나타내는 숫자 2가 표시된 작은 원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타원 3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텍스트 상자 37" descr="숫자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내용 개체 틀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다른 사용자가 프레젠테이션을 작업 중인 경우 표식으로 어느 사용자가 어느 슬라이드에서</a:t>
            </a:r>
          </a:p>
        </p:txBody>
      </p:sp>
      <p:pic>
        <p:nvPicPr>
          <p:cNvPr id="12" name="그림 11" descr="편집 중인 슬라이드의 부분을 나타내는 표식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5875" y="2350394"/>
            <a:ext cx="2810870" cy="2305344"/>
          </a:xfrm>
          <a:prstGeom prst="rect">
            <a:avLst/>
          </a:prstGeom>
        </p:spPr>
      </p:pic>
      <p:grpSp>
        <p:nvGrpSpPr>
          <p:cNvPr id="39" name="그룹 38" descr="3단계를 나타내는 숫자 3이 표시된 작은 원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타원 3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텍스트 상자 40" descr="숫자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내용 개체 틀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어느 부분을 편집하고 있는지 알 수 있습니다</a:t>
            </a:r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>
                <a:cs typeface="Segoe UI Light" panose="020B0502040204020203" pitchFamily="34" charset="0"/>
              </a:rPr>
              <a:t>입력 상자 기능을 완벽하게 활용하기</a:t>
            </a:r>
          </a:p>
        </p:txBody>
      </p:sp>
      <p:sp>
        <p:nvSpPr>
          <p:cNvPr id="38" name="내용 개체 틀 17"/>
          <p:cNvSpPr txBox="1">
            <a:spLocks/>
          </p:cNvSpPr>
          <p:nvPr/>
        </p:nvSpPr>
        <p:spPr>
          <a:xfrm>
            <a:off x="541609" y="1296100"/>
            <a:ext cx="5878660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필요한 경우 </a:t>
            </a:r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'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어떤 작업을 원하시나요</a:t>
            </a:r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?' 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상자를 통해 적절한 명령을 찾을 수 있으므로 </a:t>
            </a:r>
            <a:b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시간을 절약하고 작업에 집중할 수 있습니다</a:t>
            </a:r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b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b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4" name="그룹 3" descr="1단계를 나타내는 숫자 1이 표시된 작은 원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타원 1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텍스트 상자 2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내용 개체 틀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오른쪽의 </a:t>
            </a:r>
            <a:r>
              <a:rPr lang="ko-KR" altLang="en-US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로봇 그림</a:t>
            </a:r>
            <a:r>
              <a:rPr lang="ko-KR" altLang="en-US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을 선택합니다</a:t>
            </a:r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9" name="그룹 18" descr="2단계를 나타내는 숫자 2가 표시된 작은 원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타원 1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텍스트 상자 20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내용 개체 틀 17"/>
          <p:cNvSpPr txBox="1">
            <a:spLocks/>
          </p:cNvSpPr>
          <p:nvPr/>
        </p:nvSpPr>
        <p:spPr>
          <a:xfrm>
            <a:off x="1066039" y="3353185"/>
            <a:ext cx="3697792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어떤 작업을 원하시나요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?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상자에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i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애니메이션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이라고 입력하고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애니메이션 추가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1" name="그룹 30" descr="3단계를 나타내는 숫자 3이 표시된 작은 원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타원 31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텍스트 상자 32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내용 개체 틀 17"/>
          <p:cNvSpPr txBox="1">
            <a:spLocks/>
          </p:cNvSpPr>
          <p:nvPr/>
        </p:nvSpPr>
        <p:spPr>
          <a:xfrm>
            <a:off x="1064635" y="4303697"/>
            <a:ext cx="2195567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확대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/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축소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와 같은 애니메이션 효과를 선택하고 효과를 확인합니다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5" name="텍스트 상자 16" descr="선택해 보세요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:ma14="http://schemas.microsoft.com/office/mac/drawingml/2011/main" xmlns="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ko-KR" altLang="en-US" sz="1200" b="1" kern="1000" spc="100">
                <a:ln>
                  <a:noFill/>
                </a:ln>
                <a:solidFill>
                  <a:srgbClr val="D247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endParaRPr lang="ko-KR" altLang="en-US" sz="1200" b="1" kern="1400">
              <a:solidFill>
                <a:srgbClr val="D2472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 descr="입력 상자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6353" y="3410945"/>
            <a:ext cx="2106152" cy="220832"/>
          </a:xfrm>
          <a:prstGeom prst="rect">
            <a:avLst/>
          </a:prstGeom>
        </p:spPr>
      </p:pic>
      <p:pic>
        <p:nvPicPr>
          <p:cNvPr id="7" name="그림 6" descr="확대/축소 옵션이 표시된 애니메이션 탭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6901" y="4069080"/>
            <a:ext cx="3803903" cy="2438400"/>
          </a:xfrm>
          <a:prstGeom prst="rect">
            <a:avLst/>
          </a:prstGeom>
        </p:spPr>
      </p:pic>
      <p:pic>
        <p:nvPicPr>
          <p:cNvPr id="24" name="그림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그림 22" descr="로봇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>
                <a:cs typeface="Segoe UI Light" panose="020B0502040204020203" pitchFamily="34" charset="0"/>
              </a:rPr>
              <a:t>슬라이드를 종료하지 않고 탐색</a:t>
            </a:r>
          </a:p>
        </p:txBody>
      </p:sp>
      <p:sp>
        <p:nvSpPr>
          <p:cNvPr id="16" name="내용 개체 틀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스마트 조회를 통해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PowerPoint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직접 리서치가 표시됩니다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b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b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방법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18" name="그림 17" descr="스마트 조회 기능을 보여 주는 그림 3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그룹 32" descr="1단계를 나타내는 숫자 1이 표시된 작은 원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내용 개체 틀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ko-KR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사무용 가구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 문구에서 </a:t>
            </a:r>
            <a:r>
              <a:rPr lang="ko-KR" altLang="en-US" i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사무용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 단어를 마우스 오른쪽 단추로 클릭합니다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6" name="그룹 35" descr="2단계를 나타내는 숫자 2가 표시된 작은 원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타원 3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텍스트 상자 37" descr="숫자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내용 개체 틀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스마트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조회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선택하면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Microsoft Office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앱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 아닌 문구의 맥락에 맞는 결과가 표시되는 것을 볼 수 있습니다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srgbClr val="D2472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" name="그룹 38" descr="3단계를 나타내는 숫자 3이 표시된 작은 원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타원 3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텍스트 상자 40" descr="숫자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내용 개체 틀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재미 삼아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단계의 </a:t>
            </a:r>
            <a:r>
              <a:rPr lang="en-US" altLang="ko-KR" i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Office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 단어를 마우스 오른쪽 단추로 클릭하여 스마트 조회를 다시 시도해 보세요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indent="0" rtl="0">
              <a:spcAft>
                <a:spcPts val="2000"/>
              </a:spcAft>
              <a:buNone/>
            </a:pP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521207" y="1536192"/>
            <a:ext cx="8184177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ko" dirty="0">
                <a:cs typeface="Segoe UI Light" panose="020B0502040204020203" pitchFamily="34" charset="0"/>
              </a:rPr>
              <a:t>PowerPoint에 대한 추가 질문이 있으신가요?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672906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ko" sz="2000" b="1" dirty="0">
                <a:solidFill>
                  <a:srgbClr val="D24726"/>
                </a:solidFill>
                <a:cs typeface="Segoe UI Semibold" panose="020B0702040204020203" pitchFamily="34" charset="0"/>
              </a:rPr>
              <a:t>어떤 작업을 원하시나요?</a:t>
            </a:r>
            <a:r>
              <a:rPr lang="ko" sz="2000" dirty="0">
                <a:solidFill>
                  <a:srgbClr val="D24726"/>
                </a:solidFill>
                <a:cs typeface="Segoe UI Semibold" panose="020B0702040204020203" pitchFamily="34" charset="0"/>
              </a:rPr>
              <a:t>                 </a:t>
            </a:r>
            <a:r>
              <a:rPr lang="ko" sz="2000" dirty="0">
                <a:cs typeface="Segoe UI Light" panose="020B0502040204020203" pitchFamily="34" charset="0"/>
              </a:rPr>
              <a:t>단추를 선택하고 원하는 작업을 입력합니다.</a:t>
            </a:r>
            <a:br>
              <a:rPr lang="en-US" sz="2000" dirty="0">
                <a:cs typeface="Segoe UI Light" panose="020B0502040204020203" pitchFamily="34" charset="0"/>
              </a:rPr>
            </a:br>
            <a:endParaRPr 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ko" sz="2000" u="sng" dirty="0">
                <a:cs typeface="Segoe UI Light" panose="020B0502040204020203" pitchFamily="34" charset="0"/>
                <a:hlinkClick r:id="rId3" tooltip="PowerPoint 팀 블로그 방문"/>
              </a:rPr>
              <a:t>PowerPoint 팀 블로그 방문</a:t>
            </a:r>
            <a:endParaRPr 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 sz="2000" dirty="0">
                <a:cs typeface="Segoe UI Light" panose="020B0502040204020203" pitchFamily="34" charset="0"/>
                <a:hlinkClick r:id="rId4" tooltip="무료 PowerPoint 교육으로 이동"/>
              </a:rPr>
              <a:t>무료 PowerPoint 교육으로 이동</a:t>
            </a:r>
            <a:endParaRPr 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cs typeface="Segoe UI Light" panose="020B0502040204020203" pitchFamily="34" charset="0"/>
            </a:endParaRPr>
          </a:p>
        </p:txBody>
      </p:sp>
      <p:pic>
        <p:nvPicPr>
          <p:cNvPr id="2" name="그림 1" descr="입력 상자 단추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81001" y="2350333"/>
            <a:ext cx="1268511" cy="1189747"/>
          </a:xfrm>
          <a:prstGeom prst="rect">
            <a:avLst/>
          </a:prstGeom>
        </p:spPr>
      </p:pic>
      <p:pic>
        <p:nvPicPr>
          <p:cNvPr id="8" name="그림 7" descr="PowerPoint 팀 블로그로 연결되는 하이퍼링크가 적용된 오른쪽을 향하는 화살표. PowerPoint 팀 블로그를 방문하려면 이미지를 선택하세요. ">
            <a:hlinkClick r:id="rId3" tooltip="PowerPoint 팀 블로그를 방문하려면 여기를 선택하세요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293" y="3566804"/>
            <a:ext cx="661940" cy="661940"/>
          </a:xfrm>
          <a:prstGeom prst="rect">
            <a:avLst/>
          </a:prstGeom>
        </p:spPr>
      </p:pic>
      <p:pic>
        <p:nvPicPr>
          <p:cNvPr id="7" name="그림 6" descr="무료 PowerPoint 교육으로 연결되는 하이퍼링크가 적용된 오른쪽 화살표. 무료 PowerPoint 교육에 액세스하려면 이미지를 선택하세요.">
            <a:hlinkClick r:id="rId4" tooltip="무료 PowerPoint 교육으로 이동하려면 여기를 선택하세요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293" y="4252716"/>
            <a:ext cx="661940" cy="661940"/>
          </a:xfrm>
          <a:prstGeom prst="rect">
            <a:avLst/>
          </a:prstGeom>
        </p:spPr>
      </p:pic>
      <p:sp>
        <p:nvSpPr>
          <p:cNvPr id="9" name="텍스트 상자 8"/>
          <p:cNvSpPr txBox="1"/>
          <p:nvPr/>
        </p:nvSpPr>
        <p:spPr>
          <a:xfrm>
            <a:off x="541611" y="5738132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ko" sz="1400"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슬라이드 쇼 모드에서 화살표 선택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08066" y="3257567"/>
            <a:ext cx="2476156" cy="167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{8C7856E3-F819-4A85-B57C-F50A27D0DB21}TF2989475c-5427-4edb-9ec1-00f4ce72165be756b0ce_win32-2ff1dad8fff0</Template>
  <TotalTime>1</TotalTime>
  <Words>486</Words>
  <Application>Microsoft Office PowerPoint</Application>
  <PresentationFormat>와이드스크린</PresentationFormat>
  <Paragraphs>67</Paragraphs>
  <Slides>9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Segoe UI</vt:lpstr>
      <vt:lpstr>Segoe UI Light</vt:lpstr>
      <vt:lpstr>Segoe UI Semibold</vt:lpstr>
      <vt:lpstr>WelcomeDoc</vt:lpstr>
      <vt:lpstr>PowerPoint 시작</vt:lpstr>
      <vt:lpstr>디자이너를 사용하여 메시지를 시각적으로 표현</vt:lpstr>
      <vt:lpstr>PowerPoint Designer를 사용하는 방법</vt:lpstr>
      <vt:lpstr>모핑</vt:lpstr>
      <vt:lpstr>모핑 설정하기</vt:lpstr>
      <vt:lpstr>실시간으로 공동 작업</vt:lpstr>
      <vt:lpstr>입력 상자 기능을 완벽하게 활용하기</vt:lpstr>
      <vt:lpstr>슬라이드를 종료하지 않고 탐색</vt:lpstr>
      <vt:lpstr>PowerPoint에 대한 추가 질문이 있으신가요?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 형준</dc:creator>
  <cp:keywords/>
  <cp:lastModifiedBy>도 형준</cp:lastModifiedBy>
  <cp:revision>1</cp:revision>
  <dcterms:created xsi:type="dcterms:W3CDTF">2026-04-03T07:12:46Z</dcterms:created>
  <dcterms:modified xsi:type="dcterms:W3CDTF">2026-04-03T07:14:35Z</dcterms:modified>
  <cp:version/>
</cp:coreProperties>
</file>